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nwH5SJvhZQwXMHE7wofo2KKu/09592e2d2d3f4b7f9c0c8177936d0245/mnt/data/macro_agentic_ai_ui_transformation_ultra_modern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nwH5SJvhZQwXMHE7wofo2KKu/09592e2d2d3f4b7f9c0c8177936d0245/mnt/data/macro_agentic_ai_ui_transformation_ultra_modern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nwH5SJvhZQwXMHE7wofo2KKu/09592e2d2d3f4b7f9c0c8177936d0245/mnt/data/macro_agentic_ai_ui_transformation_ultra_modern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Macro Front Office UI Transformation</dc:title>
  <dc:subject>Macro Front Office UI Transformation</dc:subject>
  <dc:creator>OpenAI</dc:creator>
  <cp:lastModifiedBy>OpenAI</cp:lastModifiedBy>
  <cp:revision>1</cp:revision>
  <dcterms:created xsi:type="dcterms:W3CDTF">2026-03-11T10:30:37Z</dcterms:created>
  <dcterms:modified xsi:type="dcterms:W3CDTF">2026-03-11T10:30:37Z</dcterms:modified>
</cp:coreProperties>
</file>